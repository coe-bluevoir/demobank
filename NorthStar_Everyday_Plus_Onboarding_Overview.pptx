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64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557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TRANSFORMATION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697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Plus Account Onboarding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NorthStar Bank opens new accounts faster and more consistently—with identity checks, screening, and compliance built into every application.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an Everyday Plus Account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customer applies for NorthStar Bank's Everyday Plus everyday-banking account entirely online. The system automatically verifies identity, validates address, and screens against regulatory watchlists—bringing in a human reviewer only when a case genuinely needs judgement.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525780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Customer Does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526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 personal details online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gives consent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proof of identity and address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details if the system asks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confirmation the account is open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89320" y="233172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89320" y="233172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989320" y="2651760"/>
            <a:ext cx="52578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Automatically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3200400"/>
            <a:ext cx="4526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documents are verified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is validated against evidence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and PEP screening is run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Existing-customer duplicate check is run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account are created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Application to Account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00200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483510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83510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6347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&amp; Consent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26510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09821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09821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189781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ID &amp; Address Docs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52821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36131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36131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6091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Verification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79131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562442" y="2468880"/>
            <a:ext cx="1143000" cy="1143000"/>
          </a:xfrm>
          <a:prstGeom prst="ellipse">
            <a:avLst/>
          </a:prstGeom>
          <a:solidFill>
            <a:srgbClr val="C9922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562442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42402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(&amp; Review if Needed)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705442" y="3040380"/>
            <a:ext cx="883310" cy="0"/>
          </a:xfrm>
          <a:prstGeom prst="line">
            <a:avLst/>
          </a:prstGeom>
          <a:noFill/>
          <a:ln w="25400">
            <a:solidFill>
              <a:srgbClr val="D7DCE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588752" y="2468880"/>
            <a:ext cx="1143000" cy="11430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588752" y="24688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0268712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Ready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applications complete automatically. A small number are flagged for a quick compliance review before the account is opened.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Process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19756" y="1024128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29484" y="107899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29484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14116" y="102412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starts the Everyday Plus application online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4476" y="1481328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619756" y="1591056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29484" y="164592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29484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14116" y="1591056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opens a case with the decisioning engine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4476" y="2048256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19756" y="2157984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29484" y="22585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29484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14116" y="215798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completes details, gives consent, and uploads ID &amp; address documents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94476" y="2706624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619756" y="2816352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29484" y="287121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29484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14116" y="2816352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automatically verifies identity and validates the address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94476" y="3273552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619756" y="338328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29484" y="348386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29484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14116" y="338328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automatically screens for sanctions &amp; PEP matches, and checks for duplicate customers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94476" y="3931920"/>
            <a:ext cx="0" cy="10972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265676" y="4041648"/>
            <a:ext cx="3657600" cy="502920"/>
          </a:xfrm>
          <a:prstGeom prst="diamond">
            <a:avLst/>
          </a:prstGeom>
          <a:solidFill>
            <a:srgbClr val="F3E6CC"/>
          </a:solidFill>
          <a:ln w="19050">
            <a:solidFill>
              <a:srgbClr val="C992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265676" y="4041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4E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check flagged for review?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 flipH="1">
            <a:off x="2537460" y="4544568"/>
            <a:ext cx="172821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923276" y="4544568"/>
            <a:ext cx="172821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531620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34372" y="45628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" y="4745736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51560" y="47457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path: processing continues automatically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28432" y="4745736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C992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165592" y="47457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path: compliance reviewer confirms and clears the case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37460" y="5248656"/>
            <a:ext cx="209397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 flipH="1">
            <a:off x="7557516" y="5248656"/>
            <a:ext cx="2093976" cy="201168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2619756" y="5449824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729484" y="550468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729484" y="5504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214116" y="5449824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customer are created — the customer sees confirmation online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2345436" y="6153912"/>
            <a:ext cx="164592" cy="1645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583180" y="6126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60036" y="6153912"/>
            <a:ext cx="164592" cy="16459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097780" y="6126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(system)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74636" y="6153912"/>
            <a:ext cx="164592" cy="164592"/>
          </a:xfrm>
          <a:prstGeom prst="rect">
            <a:avLst/>
          </a:prstGeom>
          <a:solidFill>
            <a:srgbClr val="C992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612380" y="61264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action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Bank  |  Everyday Plus Onboarding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83883" y="6528629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330</Words>
  <Application>Microsoft Office PowerPoint</Application>
  <PresentationFormat>Widescreen</PresentationFormat>
  <Paragraphs>66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Shreyas Suvarna</cp:lastModifiedBy>
  <cp:revision>2</cp:revision>
  <dcterms:created xsi:type="dcterms:W3CDTF">2026-08-03T10:54:37Z</dcterms:created>
  <dcterms:modified xsi:type="dcterms:W3CDTF">2026-08-03T11:09:10Z</dcterms:modified>
</cp:coreProperties>
</file>